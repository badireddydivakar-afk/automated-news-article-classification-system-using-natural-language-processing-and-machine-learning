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 News Article Classification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system powered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Natural Language Processing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Machine Learning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transforming how digital media platforms organize, manage, and deliver news content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9747"/>
            <a:ext cx="4722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Challenge: News at Scale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967680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Digital news platforms publish thousands of articles daily. Manual categorization cannot keep pace — creating bottlenecks, inconsistencies, and lost editorial efficiency.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25119" y="1393627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2842" y="1511350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Categorization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42842" y="1741810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Editors spend hours tagging articles by hand, slowing publication and introducing inconsistency.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25119" y="2274243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2842" y="2391966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Inconsistent Classification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42842" y="2622426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Subjective human tagging produces unreliable category assignments across teams.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25119" y="2992487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2842" y="3110210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Organization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42842" y="3340671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Articles go live without proper categorization, hurting discoverability and user experience.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25119" y="3873103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42842" y="3990826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Scaling Effort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42842" y="42212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 content volume grows, administrative overhead increases without intelligent automation.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85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Introducing the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31813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end-to-end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Automated News Classification System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that uses NLP and machine learning to categorize articles into predefined topics — accurately, consistently, and at scale.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357759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485267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Content Management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48526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48526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48526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48526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Article Collection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19898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analyzes headlines, body text, and contextual signals to assign each article to one of eight categories: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Politics, Sports, Business, Entertainment, Technology, Health, Education,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Science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50730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59187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Articles enter through ingestion, flow through the NLP preprocessing and feature extraction pipeline, then pass to the classification engine. Results are stored in a secure database and surfaced through a web-based admin dashboard — enabling editors to search, filter, and manage all classified content in real time.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NLP Text Processing Pipeline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0" y="693688"/>
            <a:ext cx="741804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0033" y="350178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59608" y="3796255"/>
            <a:ext cx="1964531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Split text into words and tokens.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72694" y="1242009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Stop-Word Removal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2269" y="1536485"/>
            <a:ext cx="1964530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 common words like 'the' and 'is'.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44122" y="1242009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Stemming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44122" y="1536485"/>
            <a:ext cx="1964531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 words to root forms like 'running'→'run'.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37006" y="3501907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Lemmatization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37006" y="3796383"/>
            <a:ext cx="1964530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Normalize to dictionary base forms for accuracy.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4665092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article's raw text is cleaned and normalized through this four-step pipeline, removing noise and reducing vocabulary complexity — preparing content for accurate feature extraction and reliable classification.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Extraction &amp; ML Classification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7029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From Text to Vectors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22178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Preprocessed text is converted into numerical representations using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TF-IDF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word embeddings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capturing semantic meaning and term importance across the corpus.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63693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Classification Algorithms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788816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Logistic Regression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interpretable, fast baseline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Naive Bayes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probabilistic, effective for text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SVM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high-dimensional accuracy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Random Forest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ensemble robustness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925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Platform Features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860747"/>
            <a:ext cx="217066" cy="2170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18162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Article Upload &amp; Processing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400994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Upload articles manually or via API; the system processes and classifies content automatically in real time.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73746"/>
            <a:ext cx="217066" cy="217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19462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Search &amp; Filter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413992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Advanced search across headlines, keywords, categories, and full article text with instant filtering.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86745"/>
            <a:ext cx="217066" cy="2170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20761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426991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Visualize category distribution, keyword trends, classification accuracy, and historical content records.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99743"/>
            <a:ext cx="217066" cy="217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220617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Secure Administration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439989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Role-based access control, secure authentication, and audit logs protect content and user data.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Methodology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8184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Built for Performance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33724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is engineered for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scalability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handling large-scale datasets with consistent prediction accuracy. Evaluation metrics including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precision, recall, F1-score,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confusion matrices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ensure model reliability and interpretability across all eight news categories.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41724"/>
            <a:ext cx="3986733" cy="200174"/>
          </a:xfrm>
          <a:prstGeom prst="roundRect">
            <a:avLst>
              <a:gd name="adj" fmla="val 15337"/>
            </a:avLst>
          </a:prstGeom>
          <a:solidFill>
            <a:srgbClr val="DFECE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2933030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93814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Cross-validation and held-out test sets verify generalization before deployment.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Measurable Benefits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8793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96119" y="1788765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News Categories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6119" y="2077120"/>
            <a:ext cx="3995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Politics, Sports, Business, Entertainment, Technology, Health, Education, and Science — automatically assigned.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2442" y="1178793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652442" y="1788765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 Algorithms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52442" y="2077120"/>
            <a:ext cx="39954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Multiple classifiers evaluated for optimal accuracy, interpretability, and speed.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2824386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496119" y="3434358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9" y="3722712"/>
            <a:ext cx="3995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End-to-end classification with no manual tagging required after initial setup.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2442" y="2824386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24/7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4652442" y="3434358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Always-On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52442" y="3722712"/>
            <a:ext cx="39954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processing of incoming articles with real-time categorization and analytics.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4289822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delivers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consistent classification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faster information retrieval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reduced editorial effort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and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data-driven content management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empowering teams to focus on journalism, not administration.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7509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056159"/>
            <a:ext cx="47227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Future enhancements will extend the system's intelligence, reach, and real-time capabilities — positioning it as a next-generation content management platform.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1854771"/>
            <a:ext cx="2294855" cy="1688604"/>
          </a:xfrm>
          <a:prstGeom prst="roundRect">
            <a:avLst>
              <a:gd name="adj" fmla="val 3416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1463" y="2011114"/>
            <a:ext cx="19821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NLP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81463" y="2305422"/>
            <a:ext cx="198216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Transformer-based models (BERT, GPT), multilingual classification, sentiment analysis, and AI-powered summarization.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2952" y="1854771"/>
            <a:ext cx="2294930" cy="1688604"/>
          </a:xfrm>
          <a:prstGeom prst="roundRect">
            <a:avLst>
              <a:gd name="adj" fmla="val 3416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9296" y="2011114"/>
            <a:ext cx="1982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Intelligence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9296" y="2305422"/>
            <a:ext cx="198224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news stream processing, personalized recommendations, topic modeling, and fake news detection.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676352"/>
            <a:ext cx="4722763" cy="1039639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81463" y="3832696"/>
            <a:ext cx="44100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&amp; Integration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81463" y="4127004"/>
            <a:ext cx="44100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Scalable cloud deployment, CMS integration, advanced analytics dashboards, and enterprise-grade APIs.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2026-07-28T05:29:13Z</dcterms:created>
  <dcterms:modified xsi:type="dcterms:W3CDTF">2026-07-28T05:29:13Z</dcterms:modified>
</cp:coreProperties>
</file>